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920240" cy="365760"/>
          </a:xfrm>
          <a:prstGeom prst="roundRect">
            <a:avLst>
              <a:gd name="adj" fmla="val 15000"/>
            </a:avLst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029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B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Long-Term Memory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23317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Cross-Session Recall — Giving Agents a Memory</a:t>
            </a:r>
            <a:endParaRPr lang="en-US" sz="2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the Conversation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3566160"/>
            <a:ext cx="1280160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3703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Follows Lesson A: Short-Term Memory (Checkpointer &amp; thread_id)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Presented by: Sharad Rajore  |  Zensar Technologies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Problem: A Stranger Every New Session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Conversation: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3931920" cy="3520440"/>
          </a:xfrm>
          <a:prstGeom prst="roundRect">
            <a:avLst>
              <a:gd name="adj" fmla="val 2078"/>
            </a:avLst>
          </a:prstGeom>
          <a:solidFill>
            <a:srgbClr val="F8FAFC"/>
          </a:solidFill>
          <a:ln/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645920"/>
            <a:ext cx="356616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1  (thread_id: chat_2026_07_01)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You: "Hi, I'm Sharad. I work at Zensar and prefer Celsius."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Bot: "Nice to meet you, Sharad!"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2  (NEW thread_id, same person)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You: "What do you know about me?"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Bot: "I don't know anything about you." 😕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754880" y="10515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Analogy: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754880" y="1463040"/>
            <a:ext cx="3931920" cy="3520440"/>
          </a:xfrm>
          <a:prstGeom prst="roundRect">
            <a:avLst>
              <a:gd name="adj" fmla="val 2078"/>
            </a:avLst>
          </a:prstGeom>
          <a:solidFill>
            <a:srgbClr val="FEF3E2"/>
          </a:solidFill>
          <a:ln/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1645920"/>
            <a:ext cx="356616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Imagine a call-center agent who takes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perfect notes during a call...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...but shreds the notepad the moment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hang up.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📞 Week 1 call: you explain everything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📞 Week 2 call: same agent, zero memory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“Have we spoken before?”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Happens: Storage Scoped by thread_id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FEF3E2"/>
          </a:solidFill>
          <a:ln/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96012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🔑 Key Insight  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checkpointer state is namespaced by thread_id — perfect for isolating conversations, but it also means every new thread starts empty, even for a user the agent has spoken to a hundred times.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65960"/>
          <a:ext cx="8229600" cy="2606040"/>
        </p:xfrm>
        <a:graphic>
          <a:graphicData uri="http://schemas.openxmlformats.org/drawingml/2006/table">
            <a:tbl>
              <a:tblPr/>
              <a:tblGrid>
                <a:gridCol w="2377440"/>
                <a:gridCol w="2606040"/>
                <a:gridCol w="2606040"/>
              </a:tblGrid>
              <a:tr h="4343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Aspect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556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Short-term (Lesson A)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556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Long-term (this lesson)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5569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Mechanism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checkpointer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store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Keyed by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thread_id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user_id (namespace)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What's stored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 message history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Extracted facts / preferences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Survives a new thread?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 No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Yes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Retrieval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Replays everything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Searches for what's relevant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 1: InMemoryStore — Facts Keyed by User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Do: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3931920" cy="3566160"/>
          </a:xfrm>
          <a:prstGeom prst="roundRect">
            <a:avLst>
              <a:gd name="adj" fmla="val 2051"/>
            </a:avLst>
          </a:prstGeom>
          <a:solidFill>
            <a:srgbClr val="F8FAFC"/>
          </a:solidFill>
          <a:ln/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463040"/>
            <a:ext cx="35661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langgraph.store.memory import \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InMemoryStore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store = InMemoryStore()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namespace = (memory_type, user_id)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ns = ("memories", "user_sharad")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store.put(ns, "job",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{"text": "Works at Zensar"})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search returns everything in ns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r in store.search(ns):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print(r.value["text"])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754880" y="960120"/>
            <a:ext cx="3931920" cy="1600200"/>
          </a:xfrm>
          <a:prstGeom prst="roundRect">
            <a:avLst>
              <a:gd name="adj" fmla="val 4571"/>
            </a:avLst>
          </a:prstGeom>
          <a:solidFill>
            <a:srgbClr val="D1FAE5"/>
          </a:solidFill>
          <a:ln/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0" y="1097280"/>
            <a:ext cx="35661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PROS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Simple key-value + search primitive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Independent of thread_id entirely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Great for learning the store API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2743200"/>
            <a:ext cx="3931920" cy="1600200"/>
          </a:xfrm>
          <a:prstGeom prst="roundRect">
            <a:avLst>
              <a:gd name="adj" fmla="val 4571"/>
            </a:avLst>
          </a:prstGeom>
          <a:solidFill>
            <a:srgbClr val="FEE2E2"/>
          </a:solidFill>
          <a:ln/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37760" y="2880360"/>
            <a:ext cx="35661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CONS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Lives in RAM only — lost on restart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You decide manually what to save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Not safe across multiple servers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4617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Use Case:  </a:t>
            </a:r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the store primitive before automating it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 2: Memory Tools — Agent Manages Its Own Memory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Do: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3931920" cy="3566160"/>
          </a:xfrm>
          <a:prstGeom prst="roundRect">
            <a:avLst>
              <a:gd name="adj" fmla="val 2051"/>
            </a:avLst>
          </a:prstGeom>
          <a:solidFill>
            <a:srgbClr val="F8FAFC"/>
          </a:solidFill>
          <a:ln/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463040"/>
            <a:ext cx="35661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@tool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save_memory(fact: str) -&gt; str: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store = get_store()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uid = get_config()["configurable"]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["user_id"]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store.put(("memories", uid),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fact[:40], {"text": fact})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f"Saved: {fact}"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@tool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recall_memories(query: str) -&gt; str: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store = get_store()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results = store.search(ns, query=query)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754880" y="960120"/>
            <a:ext cx="3931920" cy="1600200"/>
          </a:xfrm>
          <a:prstGeom prst="roundRect">
            <a:avLst>
              <a:gd name="adj" fmla="val 4571"/>
            </a:avLst>
          </a:prstGeom>
          <a:solidFill>
            <a:srgbClr val="D1FAE5"/>
          </a:solidFill>
          <a:ln/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0" y="1097280"/>
            <a:ext cx="35661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PROS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Agent decides what's worth remembering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 manual store.put() in app code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Scales naturally as tools grow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2743200"/>
            <a:ext cx="3931920" cy="1600200"/>
          </a:xfrm>
          <a:prstGeom prst="roundRect">
            <a:avLst>
              <a:gd name="adj" fmla="val 4571"/>
            </a:avLst>
          </a:prstGeom>
          <a:solidFill>
            <a:srgbClr val="FEE2E2"/>
          </a:solidFill>
          <a:ln/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37760" y="2880360"/>
            <a:ext cx="35661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CONS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Depends on the LLM calling the tool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Needs a precise system prompt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Harder to audit than manual writes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4617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Use Case:  </a:t>
            </a:r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agents where memory-worthy facts vary by conversation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 3: Semantic Recall — Finding Memories by Meaning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Do: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3931920" cy="3566160"/>
          </a:xfrm>
          <a:prstGeom prst="roundRect">
            <a:avLst>
              <a:gd name="adj" fmla="val 2051"/>
            </a:avLst>
          </a:prstGeom>
          <a:solidFill>
            <a:srgbClr val="F8FAFC"/>
          </a:solidFill>
          <a:ln/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463040"/>
            <a:ext cx="35661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langchain_ollama import \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OllamaEmbeddings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embeddings = OllamaEmbeddings(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model="granite-embedding")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store = InMemoryStore(index={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"embed": embeddings,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"fields": ["text"]})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query never says "Celsius"...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store.search(ns, limit=2,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query="what temperature unit?")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754880" y="960120"/>
            <a:ext cx="3931920" cy="1600200"/>
          </a:xfrm>
          <a:prstGeom prst="roundRect">
            <a:avLst>
              <a:gd name="adj" fmla="val 4571"/>
            </a:avLst>
          </a:prstGeom>
          <a:solidFill>
            <a:srgbClr val="D1FAE5"/>
          </a:solidFill>
          <a:ln/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0" y="1097280"/>
            <a:ext cx="35661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PROS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Finds relevant facts without exact match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Scales to hundreds of stored facts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Ranks results by relevance score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2743200"/>
            <a:ext cx="3931920" cy="1600200"/>
          </a:xfrm>
          <a:prstGeom prst="roundRect">
            <a:avLst>
              <a:gd name="adj" fmla="val 4571"/>
            </a:avLst>
          </a:prstGeom>
          <a:solidFill>
            <a:srgbClr val="FEE2E2"/>
          </a:solidFill>
          <a:ln/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37760" y="2880360"/>
            <a:ext cx="35661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CONS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Requires an embedding model dependency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Slightly slower than a direct key lookup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Index must be rebuilt if fields change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4617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Use Case:  </a:t>
            </a:r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Many saved facts — surface the 2-3 that matter, not all of them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 4: SqliteStore — Memory That Survives a Restart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Do: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3931920" cy="3566160"/>
          </a:xfrm>
          <a:prstGeom prst="roundRect">
            <a:avLst>
              <a:gd name="adj" fmla="val 2051"/>
            </a:avLst>
          </a:prstGeom>
          <a:solidFill>
            <a:srgbClr val="F8FAFC"/>
          </a:solidFill>
          <a:ln/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463040"/>
            <a:ext cx="35661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langgraph.store.sqlite import \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SqliteStore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db_path = "long_term_memory.db"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SqliteStore.from_conn_string(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db_path) as store: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store.setup()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store.put(("memories", "s_2001"),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"job", {"text": "Zensar"})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fresh process = simulated restart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SqliteStore.from_conn_string(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db_path) as store: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facts = store.search(("memories","s_2001"))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754880" y="960120"/>
            <a:ext cx="3931920" cy="1600200"/>
          </a:xfrm>
          <a:prstGeom prst="roundRect">
            <a:avLst>
              <a:gd name="adj" fmla="val 4571"/>
            </a:avLst>
          </a:prstGeom>
          <a:solidFill>
            <a:srgbClr val="D1FAE5"/>
          </a:solidFill>
          <a:ln/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0" y="1097280"/>
            <a:ext cx="35661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PROS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Facts persist across restarts &amp; deploys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Same API as InMemoryStore — drop-in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Production-ready out of the box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2743200"/>
            <a:ext cx="3931920" cy="1600200"/>
          </a:xfrm>
          <a:prstGeom prst="roundRect">
            <a:avLst>
              <a:gd name="adj" fmla="val 4571"/>
            </a:avLst>
          </a:prstGeom>
          <a:solidFill>
            <a:srgbClr val="FEE2E2"/>
          </a:solidFill>
          <a:ln/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37760" y="2880360"/>
            <a:ext cx="35661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CONS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Single-file DB — not multi-server writes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Needs a migration story as schema grows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For real scale, move to PostgreSQL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4617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Use Case:  </a:t>
            </a:r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— facts about your users must outlive the process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Comparison: All Four Approaches</a:t>
            </a:r>
            <a:endParaRPr lang="en-US" sz="2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3566160"/>
        </p:xfrm>
        <a:graphic>
          <a:graphicData uri="http://schemas.openxmlformats.org/drawingml/2006/table">
            <a:tbl>
              <a:tblPr/>
              <a:tblGrid>
                <a:gridCol w="1600200"/>
                <a:gridCol w="1600200"/>
                <a:gridCol w="1600200"/>
                <a:gridCol w="1600200"/>
                <a:gridCol w="1828800"/>
              </a:tblGrid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Aspect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InMemoryStore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Memory Tools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Semantic Recall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SqliteStore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Code Effort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🟢 Low (2 lines)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🟡 Medium (2 tools)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🟡 Medium (+embed)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🟢 Low (1 line)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Storage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💾 RAM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💾 RAM / disk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💾 RAM / disk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💾 SQLite (disk)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Survives Restart?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 No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⚠️ Depends on store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⚠️ Depends on store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Yes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Retrieval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Exact key / list all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Agent-triggered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Meaning-based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Exact key / list all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Best For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Learning the primitive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Autonomous agents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Many saved facts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Production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Concept: checkpointer + store, Together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3931920" cy="2834640"/>
          </a:xfrm>
          <a:prstGeom prst="roundRect">
            <a:avLst>
              <a:gd name="adj" fmla="val 2581"/>
            </a:avLst>
          </a:prstGeom>
          <a:solidFill>
            <a:srgbClr val="F8FAFC"/>
          </a:solidFill>
          <a:ln/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280160"/>
            <a:ext cx="3474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checkpointer → Short-Term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Scoped to thread_id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Stores what was said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Full message history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Replayed on every call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54880" y="1051560"/>
            <a:ext cx="3931920" cy="2834640"/>
          </a:xfrm>
          <a:prstGeom prst="roundRect">
            <a:avLst>
              <a:gd name="adj" fmla="val 2581"/>
            </a:avLst>
          </a:prstGeom>
          <a:solidFill>
            <a:srgbClr val="FEF3E2"/>
          </a:solidFill>
          <a:ln/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983480" y="1280160"/>
            <a:ext cx="3474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→ Long-Term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Scoped to user_id (namespace)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Stores what's true about this person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Distilled facts, not transcripts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Searched for what's relevant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4114800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1E293B"/>
          </a:solidFill>
          <a:ln/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41148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production agent almost always uses BOTH at once.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🎁 Bonus: Returning Customer, End-to-End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Scenario: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931920" cy="3154680"/>
          </a:xfrm>
          <a:prstGeom prst="roundRect">
            <a:avLst>
              <a:gd name="adj" fmla="val 2319"/>
            </a:avLst>
          </a:prstGeom>
          <a:solidFill>
            <a:srgbClr val="F8FAFC"/>
          </a:solidFill>
          <a:ln/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554480"/>
            <a:ext cx="356616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 — First contact (ticket_991)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"I'm Rahul from Mumbai, tracking Zensar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stock, prefer email updates."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agent calls save_memory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2 — New ticket (ticket_1042)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"Do you remember anything about me?"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agent calls recall_memories first,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 only from what it returns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754880" y="10515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Next: Hands-On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754880" y="1417320"/>
            <a:ext cx="3931920" cy="3154680"/>
          </a:xfrm>
          <a:prstGeom prst="roundRect">
            <a:avLst>
              <a:gd name="adj" fmla="val 2319"/>
            </a:avLst>
          </a:prstGeom>
          <a:solidFill>
            <a:srgbClr val="FEF3E2"/>
          </a:solidFill>
          <a:ln/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1554480"/>
            <a:ext cx="356616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We'll run the notebook cells one by one: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1️⃣ See the Problem (stranger every session)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2️⃣ Build Approach 1 (InMemoryStore)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3️⃣ Build Approach 2 (Memory tools)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4️⃣ Add Approach 3 (Semantic recall)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5️⃣ Go to Approach 4 (SqliteStore)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Ready? Let's code! 🚀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up — Lesson C: Explicit LangGraph (nodes, edges, conditional routing, human approval).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Long-Term Memory (Cross-Session)</dc:title>
  <dc:subject>PptxGenJS Presentation</dc:subject>
  <dc:creator>Sharad Rajore</dc:creator>
  <cp:lastModifiedBy>Sharad Rajore</cp:lastModifiedBy>
  <cp:revision>1</cp:revision>
  <dcterms:created xsi:type="dcterms:W3CDTF">2026-07-02T05:54:32Z</dcterms:created>
  <dcterms:modified xsi:type="dcterms:W3CDTF">2026-07-02T05:54:32Z</dcterms:modified>
</cp:coreProperties>
</file>